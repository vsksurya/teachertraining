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Teaching –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Teacher Training</a:t>
            </a:r>
          </a:p>
          <a:p>
            <a:r>
              <a:t>Discuss learning objectives</a:t>
            </a:r>
          </a:p>
          <a:p>
            <a:r>
              <a:t>Practice a classroom activity</a:t>
            </a:r>
          </a:p>
          <a:p>
            <a:r>
              <a:t>Reflect and provide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